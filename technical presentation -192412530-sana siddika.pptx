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1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687" y="955966"/>
            <a:ext cx="7772400" cy="1470025"/>
          </a:xfrm>
        </p:spPr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88084" y="3860391"/>
            <a:ext cx="5398315" cy="1608589"/>
          </a:xfrm>
        </p:spPr>
        <p:txBody>
          <a:bodyPr>
            <a:normAutofit/>
          </a:bodyPr>
          <a:lstStyle/>
          <a:p>
            <a:r>
              <a:rPr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Subject: </a:t>
            </a:r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r>
              <a:rPr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Sana Siddika</a:t>
            </a:r>
          </a:p>
          <a:p>
            <a:endParaRPr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E9E472-93CE-B528-9870-502D724F6876}"/>
              </a:ext>
            </a:extLst>
          </p:cNvPr>
          <p:cNvSpPr txBox="1"/>
          <p:nvPr/>
        </p:nvSpPr>
        <p:spPr>
          <a:xfrm>
            <a:off x="1610686" y="2279489"/>
            <a:ext cx="56122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</a:p>
          <a:p>
            <a:pPr lvl="1" algn="ctr"/>
            <a:r>
              <a:rPr 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Learning, Feature Selection &amp; Model Evaluation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55072-3AAD-1CD4-7E62-347CB8DF788D}"/>
              </a:ext>
            </a:extLst>
          </p:cNvPr>
          <p:cNvSpPr txBox="1"/>
          <p:nvPr/>
        </p:nvSpPr>
        <p:spPr>
          <a:xfrm>
            <a:off x="5310231" y="4782774"/>
            <a:ext cx="32360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DR.VIVEK BALAJI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8252"/>
            <a:ext cx="8229600" cy="1143000"/>
          </a:xfrm>
        </p:spPr>
        <p:txBody>
          <a:bodyPr/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1252"/>
            <a:ext cx="8229600" cy="4525963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200000"/>
              </a:lnSpc>
              <a:buNone/>
              <a:defRPr sz="22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Ensemble learning improves accuracy</a:t>
            </a:r>
          </a:p>
          <a:p>
            <a:pPr marL="0" indent="0">
              <a:lnSpc>
                <a:spcPct val="200000"/>
              </a:lnSpc>
              <a:buNone/>
              <a:defRPr sz="22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Feature selection simplifies models</a:t>
            </a:r>
          </a:p>
          <a:p>
            <a:pPr marL="0" indent="0">
              <a:lnSpc>
                <a:spcPct val="200000"/>
              </a:lnSpc>
              <a:buNone/>
              <a:defRPr sz="22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Model evaluation ensures reliability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enables computers to learn from data without explicit programming.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ML identifies patterns and makes accurate predictions or decisions.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It is widely used in healthcare, finance, education, and cybersecurity.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200000"/>
              </a:lnSpc>
              <a:defRPr sz="22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Combines multiple models</a:t>
            </a:r>
          </a:p>
          <a:p>
            <a:pPr>
              <a:lnSpc>
                <a:spcPct val="200000"/>
              </a:lnSpc>
              <a:defRPr sz="22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Reduces errors</a:t>
            </a:r>
          </a:p>
          <a:p>
            <a:pPr>
              <a:lnSpc>
                <a:spcPct val="200000"/>
              </a:lnSpc>
              <a:defRPr sz="22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Improves robustness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Multiple weak or strong learners work together to make better decisions.</a:t>
            </a:r>
          </a:p>
          <a:p>
            <a:pPr>
              <a:lnSpc>
                <a:spcPct val="200000"/>
              </a:lnSpc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Reduces prediction errors and increases model reliability.</a:t>
            </a:r>
          </a:p>
          <a:p>
            <a:pPr>
              <a:lnSpc>
                <a:spcPct val="200000"/>
              </a:lnSpc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Helps minimize overfitting and improves generalization.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Bagging, Boosting &amp; Stacking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542016-6510-223D-9543-60D80AC330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2723104"/>
              </p:ext>
            </p:extLst>
          </p:nvPr>
        </p:nvGraphicFramePr>
        <p:xfrm>
          <a:off x="461394" y="2537301"/>
          <a:ext cx="8225406" cy="3502660"/>
        </p:xfrm>
        <a:graphic>
          <a:graphicData uri="http://schemas.openxmlformats.org/drawingml/2006/table">
            <a:tbl>
              <a:tblPr/>
              <a:tblGrid>
                <a:gridCol w="2739006">
                  <a:extLst>
                    <a:ext uri="{9D8B030D-6E8A-4147-A177-3AD203B41FA5}">
                      <a16:colId xmlns:a16="http://schemas.microsoft.com/office/drawing/2014/main" val="244254733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932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767843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Bagging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Boosting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Stacking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743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 train independently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 train sequentially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Different models train together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219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variance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bias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strengths of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65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parallel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sequential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a meta-model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49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AdaBoost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Stacked Ensemble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5972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5D85CE1-1E06-7970-41C3-86350BA96AD5}"/>
              </a:ext>
            </a:extLst>
          </p:cNvPr>
          <p:cNvSpPr txBox="1"/>
          <p:nvPr/>
        </p:nvSpPr>
        <p:spPr>
          <a:xfrm>
            <a:off x="591424" y="167722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&amp; AdaBoost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22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uses many decision trees</a:t>
            </a:r>
          </a:p>
          <a:p>
            <a:pPr>
              <a:lnSpc>
                <a:spcPct val="150000"/>
              </a:lnSpc>
              <a:defRPr sz="22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AdaBoost focuses on misclassified samples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builds multiple Decision Trees independently using different random subsets of data.</a:t>
            </a:r>
          </a:p>
          <a:p>
            <a:pPr>
              <a:lnSpc>
                <a:spcPct val="150000"/>
              </a:lnSpc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AdaBoost builds Decision Trees sequentially, where each new model focuses on correcting the errors of the previous model.</a:t>
            </a:r>
          </a:p>
          <a:p>
            <a:pPr>
              <a:lnSpc>
                <a:spcPct val="150000"/>
              </a:lnSpc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 Random Forest, the final prediction is made using majority voting (classification) or averaging (regression).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 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Removes irrelevant features</a:t>
            </a:r>
          </a:p>
          <a:p>
            <a:pPr>
              <a:defRPr sz="22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Reduces overfitting</a:t>
            </a:r>
          </a:p>
          <a:p>
            <a:pPr>
              <a:defRPr sz="22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Improves efficiency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is the process of selecting the most relevant features (input variables) from a dataset.</a:t>
            </a:r>
          </a:p>
          <a:p>
            <a:pPr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It removes irrelevant, redundant, and noisy features that do not contribute to model performance. </a:t>
            </a:r>
          </a:p>
          <a:p>
            <a:pPr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dimensionality of the dataset, making models simpler and easier to interpret.</a:t>
            </a:r>
          </a:p>
          <a:p>
            <a:pPr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Improves the accuracy and efficiency of machine learning algorithms.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Improves model accuracy. </a:t>
            </a:r>
          </a:p>
          <a:p>
            <a:pPr>
              <a:lnSpc>
                <a:spcPct val="12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Reduces overfitting. </a:t>
            </a:r>
          </a:p>
          <a:p>
            <a:pPr>
              <a:lnSpc>
                <a:spcPct val="12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Lowers training time. </a:t>
            </a:r>
          </a:p>
          <a:p>
            <a:pPr>
              <a:lnSpc>
                <a:spcPct val="12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Reduces computational cost. </a:t>
            </a:r>
          </a:p>
          <a:p>
            <a:pPr>
              <a:lnSpc>
                <a:spcPct val="12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Removes irrelevant features. </a:t>
            </a:r>
          </a:p>
          <a:p>
            <a:pPr>
              <a:lnSpc>
                <a:spcPct val="12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Eliminates redundant data. </a:t>
            </a:r>
          </a:p>
          <a:p>
            <a:pPr>
              <a:lnSpc>
                <a:spcPct val="12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Simplifies the model. </a:t>
            </a:r>
          </a:p>
          <a:p>
            <a:pPr>
              <a:lnSpc>
                <a:spcPct val="12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Improves model efficiency. </a:t>
            </a:r>
          </a:p>
          <a:p>
            <a:pPr>
              <a:lnSpc>
                <a:spcPct val="12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Enhances generalization. </a:t>
            </a:r>
          </a:p>
          <a:p>
            <a:pPr>
              <a:lnSpc>
                <a:spcPct val="12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Saves memory and storage.</a:t>
            </a:r>
          </a:p>
          <a:p>
            <a:pPr marL="0" indent="0">
              <a:buNone/>
              <a:defRPr sz="2200"/>
            </a:pPr>
            <a:endParaRPr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B09A6CF-C677-8F34-10C2-53881EC49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Feature Selection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is the process of measuring how well a machine learning model performs.</a:t>
            </a:r>
          </a:p>
          <a:p>
            <a:pPr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model using unseen data to measure its generalization ability.</a:t>
            </a:r>
          </a:p>
          <a:p>
            <a:pPr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Compares different machine learning models to select the best-performing one. </a:t>
            </a:r>
          </a:p>
          <a:p>
            <a:pPr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Measures model performance.</a:t>
            </a:r>
          </a:p>
          <a:p>
            <a:pPr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Tests prediction accuracy. </a:t>
            </a:r>
          </a:p>
          <a:p>
            <a:pPr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Compares different models. </a:t>
            </a:r>
          </a:p>
          <a:p>
            <a:pPr>
              <a:defRPr sz="22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Detects overfitting. Ensures model reliability.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defRPr sz="2200"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 improves prediction accuracy. </a:t>
            </a:r>
          </a:p>
          <a:p>
            <a:pPr>
              <a:lnSpc>
                <a:spcPct val="150000"/>
              </a:lnSpc>
              <a:defRPr sz="2200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reduces data complexity. </a:t>
            </a:r>
          </a:p>
          <a:p>
            <a:pPr>
              <a:lnSpc>
                <a:spcPct val="150000"/>
              </a:lnSpc>
              <a:defRPr sz="2200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measures model performance. </a:t>
            </a:r>
          </a:p>
          <a:p>
            <a:pPr>
              <a:lnSpc>
                <a:spcPct val="150000"/>
              </a:lnSpc>
              <a:defRPr sz="2200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improve model efficiency.</a:t>
            </a:r>
          </a:p>
          <a:p>
            <a:pPr>
              <a:lnSpc>
                <a:spcPct val="150000"/>
              </a:lnSpc>
              <a:defRPr sz="2200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They reduce overfitting and prediction errors.</a:t>
            </a:r>
          </a:p>
          <a:p>
            <a:pPr>
              <a:lnSpc>
                <a:spcPct val="150000"/>
              </a:lnSpc>
              <a:defRPr sz="2200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They enhance model reliability and robustness.</a:t>
            </a:r>
          </a:p>
          <a:p>
            <a:pPr>
              <a:lnSpc>
                <a:spcPct val="150000"/>
              </a:lnSpc>
              <a:defRPr sz="2200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They ensure better generalization on new data. </a:t>
            </a:r>
          </a:p>
          <a:p>
            <a:pPr>
              <a:lnSpc>
                <a:spcPct val="150000"/>
              </a:lnSpc>
              <a:defRPr sz="2200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They are essential for successful ML applications.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478</Words>
  <Application>Microsoft Office PowerPoint</Application>
  <PresentationFormat>On-screen Show (4:3)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TECHNICAL PRESENTATION</vt:lpstr>
      <vt:lpstr>Introduction</vt:lpstr>
      <vt:lpstr>Ensemble Learning</vt:lpstr>
      <vt:lpstr>Bagging, Boosting &amp; Stacking</vt:lpstr>
      <vt:lpstr>Random Forest &amp; AdaBoost</vt:lpstr>
      <vt:lpstr>Feature Selection</vt:lpstr>
      <vt:lpstr>Advantages of Feature Selection</vt:lpstr>
      <vt:lpstr>Model Evaluation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sana shaik</cp:lastModifiedBy>
  <cp:revision>2</cp:revision>
  <dcterms:created xsi:type="dcterms:W3CDTF">2013-01-27T09:14:16Z</dcterms:created>
  <dcterms:modified xsi:type="dcterms:W3CDTF">2026-07-25T05:23:13Z</dcterms:modified>
  <cp:category/>
</cp:coreProperties>
</file>